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" cy="1097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ONtown (온타운)</a:t>
            </a:r>
          </a:p>
          <a:p>
            <a:pPr>
              <a:spcBef>
                <a:spcPts val="1200"/>
              </a:spcBef>
              <a:defRPr sz="2000">
                <a:solidFill>
                  <a:srgbClr val="06B6D4"/>
                </a:solidFill>
              </a:defRPr>
            </a:pPr>
            <a:r>
              <a:t>하이퍼로컬 커뮤니티 플랫폼</a:t>
            </a:r>
          </a:p>
          <a:p>
            <a:pPr>
              <a:spcBef>
                <a:spcPts val="2400"/>
              </a:spcBef>
              <a:defRPr sz="1400">
                <a:solidFill>
                  <a:srgbClr val="64748B"/>
                </a:solidFill>
              </a:defRPr>
            </a:pPr>
            <a:r>
              <a:t>대한민국의 모든 지역을 연결하다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ONtown은 '강남on', '여수on', '부산on' 등 지역 단위 커뮤니티를 전국으로 확장하는 하이퍼로컬 플랫폼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각 지역의 'on'은 단순 게시판이 아닌, 지역 정체성을 가진 하나의 '클랜(Clan)'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지역 간 교류·경쟁·연합을 통해 전국 단위 네트워크로 성장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핵심 차별점: 지역과 지역을 '연결'하는 것 자체가 서비스의 핵심 가치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강남 유저의 여수on 댓글 → '강남' 태그 → 외지인 수요 신호 → 상권 마케팅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지역 대항 e스포츠 + 전국 얼짱 대회 → 클랜 소속감 극대화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문제 정의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Problem — 왜 지금인가?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① 지역 커뮤니티는 고립되어 있다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기존 서비스는 해당 지역 거주자만 대상 → 여행자·출장자·이주 예정자 접근 불가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포털·블로그는 광고성 콘텐츠로 신뢰도 하락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② 지역 상권은 외지인 수요를 볼 수 없다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'서울 사람들이 우리 동네에 관심 있는지' 알 방법 없음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외지인 수요 데이터는 존재하지만, 상권에 전달할 채널 부재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③ 지역 소속감을 즐길 콘텐츠가 없다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서울 vs 부산, 전라 vs 경상 — 건강한 발산 공간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솔루션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지역 on 네트워크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3-1. 지역 on 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강남on, 송파on, 부산on, 광주on, 여수on, 강릉on 등 시·구 단위 커뮤니티 순차 개설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상위 개념: 서울·경기·충청·전라·강원·경남 등 광역(도) 단위 구성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각 on = 맛집·카페·관광·생활 정보·자유 게시판을 갖춘 독립 커뮤니티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동시에 ONtown 브랜드 아래 하나로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지역 태그 시스템 — 핵심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3-2. 지역 태그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사용자는 홈 지역(가입 지역)을 보유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강남on 유저가 여수on 활동 → 모든 댓글·게시글에 '강남' 태그 표시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외지인에게: 현지 생생 추천 + 같은 외지인 후기 태그 필터링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현지인·상권에게: '강남 사람들이 우리 지역을 보고 있다' 수요 신호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플랫폼에게: 지역 간 이동·관심 데이터 — 독보적 자산 축적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클랜 시스템 &amp; 전국 이벤트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DB"/>
                </a:solidFill>
              </a:defRPr>
            </a:pPr>
            <a:r>
              <a:t>🎮 지역 대항 게임 리그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테트리스 등 진입장벽 낮은 게임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지역 예선 → 도(광역) 대회 → 전국 대회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'부산 vs 광주' 구도 = 강력한 관전 콘텐츠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지역 유저 응원 참여 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DB"/>
                </a:solidFill>
              </a:defRPr>
            </a:pPr>
            <a:r>
              <a:t>⭐ 전국 얼짱 대회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지역 예선 → 전국 우승자 선발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제휴 기획사 프로필 제공 → 데뷔 기회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'우리 지역 대표를 스타로' 서사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참여·투표·바이럴 동시 성장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이벤트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게임·얼짱에서 시작 → 무한 확장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지역 음식 대결 · 사진 공모전 · 지역 밴드 경연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각 이벤트 = 클랜 정체성 강화 + 플랫폼 전체를 축제의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비즈니스 모델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수익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지역 광고 및 제휴 (핵심 수익원)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맛집·카페·관광 카테고리 지역 소상공인 광고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'외지인 타겟 광고' — 기존 플랫폼 미제공 상품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예: 여수 카페 → '강남·송파 유저에게만 노출' 광고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이벤트 스폰서십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게임사·음료·식품·지자체 스폰서십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얼짱 대회 → 뷰티·패션·기획사 제휴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지자체 B2G + 커머스 연계 (중장기)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관광 데이터 리포트 · 축제 홍보 · 특산물 공동구매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시장 및 경쟁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시장 기회 &amp; 경쟁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DB"/>
                </a:solidFill>
              </a:defRPr>
            </a:pPr>
            <a:r>
              <a:t>📈 시장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당근마켓 — 하이퍼로컬 잠재력 증명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국내 여행 시장 — 연간 수십조 원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'지역 커뮤니티 × 지역 간 이동' 교차점 =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DB"/>
                </a:solidFill>
              </a:defRPr>
            </a:pPr>
            <a:r>
              <a:t>⚔️ 경쟁사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당근마켓: 타 지역 탐색·교류 부재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맘카페: 폐쇄적, 외지인 진입 불가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네이버: 광고성 콘텐츠, 커뮤니티성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ONtown의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'외지인 환영'을 구조화한 최초의 지역 커뮤니티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클랜 기반 이벤트 = 자체 콘텐츠 엔진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지역 태그 = 독보적 데이터 자산 (지역 간 관심·이동)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지역 상권 ↔ 외지인 수요를 연결하는 유일한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성장 전략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성장 전략 및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347472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1단계  0~12개월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거점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강남on 플래그십 런칭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여수·강릉·부산on 우선 개설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'출장·여행 전 필수 앱' 포지셔닝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747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2단계  12~24개월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클랜 문화 형성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지역 대항 테트리스 리그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얼짱 대회 지역 예선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지역 태그 고도화 + 광역 커뮤니티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지역 광고 상품 정식 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188720"/>
            <a:ext cx="34747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59" y="1188720"/>
            <a:ext cx="34747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3단계  24개월~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전국 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65176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전국 대회 정례화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기획사·브랜드 제휴 확대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지자체 B2G 사업 본격화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커머스 연계 수익 다각화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투자 유치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투자 유치 목적 (Use of Funds)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5156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420624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40%  플랫폼 개발  —  지역 태그·클랜·대회 운영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5156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3154679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30%  초기 지역 활성화  —  거점 4곳 마케팅·시드 유저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105156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210312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20%  첫 전국 이벤트  —  게임 리그·얼짱 대회 파일럿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92040"/>
            <a:ext cx="1051560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92040"/>
            <a:ext cx="10515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10%  운영·제휴  —  기획사·지자체·소상공인 네트워크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ONtown | 하이퍼로컬 커뮤니티 플랫폼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비전 (Vision)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FFFFFF"/>
                </a:solidFill>
              </a:defRPr>
            </a:pPr>
            <a:r>
              <a:t>대한민국의 모든 지역이 각자의 정체성을 가진 클랜으로 살아 숨 쉬고, 서로 경쟁하고 교류하며, 그 과정에서 지역 상권이 살아나고 지역의 인재가 전국 무대로 올라서는 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"당신이 어디에 있든, 그 지역은 ON 되어 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— ONtown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" cy="10972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>
              <a:spcBef>
                <a:spcPts val="1200"/>
              </a:spcBef>
              <a:defRPr sz="2000">
                <a:solidFill>
                  <a:srgbClr val="06B6D4"/>
                </a:solidFill>
              </a:defRPr>
            </a:pPr>
            <a:r>
              <a:t>ONtown — 대한민국의 모든 지역을 연결하다</a:t>
            </a:r>
          </a:p>
          <a:p>
            <a:pPr>
              <a:spcBef>
                <a:spcPts val="2400"/>
              </a:spcBef>
              <a:defRPr sz="1400">
                <a:solidFill>
                  <a:srgbClr val="64748B"/>
                </a:solidFill>
              </a:defRPr>
            </a:pPr>
            <a:r>
              <a:t>Contact: [이메일 / 연락처를 입력하세요]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